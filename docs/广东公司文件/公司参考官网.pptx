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635" cy="4247959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3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337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9141" y="5664131"/>
            <a:ext cx="9801983" cy="1592200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8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9141" y="22054433"/>
            <a:ext cx="9801983" cy="912059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200" spc="200"/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8235" indent="0" algn="ctr">
              <a:buNone/>
              <a:defRPr sz="2135"/>
            </a:lvl7pPr>
            <a:lvl8pPr marL="4267835" indent="0" algn="ctr">
              <a:buNone/>
              <a:defRPr sz="2135"/>
            </a:lvl8pPr>
            <a:lvl9pPr marL="4877435" indent="0" algn="ctr">
              <a:buNone/>
              <a:defRPr sz="213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573" y="3768654"/>
            <a:ext cx="10972316" cy="437074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573" y="9232088"/>
            <a:ext cx="10972316" cy="2948024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1365" y="23838412"/>
            <a:ext cx="7771007" cy="4749843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586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1365" y="28588254"/>
            <a:ext cx="7771007" cy="5374235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82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8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74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573" y="3768654"/>
            <a:ext cx="10972316" cy="437074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573" y="9298988"/>
            <a:ext cx="5178270" cy="29413344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3421" y="9298988"/>
            <a:ext cx="5178270" cy="29413344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573" y="3768654"/>
            <a:ext cx="10972316" cy="437074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573" y="8852993"/>
            <a:ext cx="5343917" cy="2363771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66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573" y="11484361"/>
            <a:ext cx="5343917" cy="27227971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7521" y="8806715"/>
            <a:ext cx="5343917" cy="2363771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66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7521" y="11484361"/>
            <a:ext cx="5343917" cy="27227971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573" y="3768654"/>
            <a:ext cx="10972316" cy="437074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573" y="9633483"/>
            <a:ext cx="5234563" cy="2854365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13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2204" y="9633483"/>
            <a:ext cx="5228685" cy="2854365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13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7707" y="5664131"/>
            <a:ext cx="1044297" cy="31152723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73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660" y="5664131"/>
            <a:ext cx="9171804" cy="31152723"/>
          </a:xfrm>
        </p:spPr>
        <p:txBody>
          <a:bodyPr vert="eaVert" lIns="46800" tIns="46800" rIns="46800" bIns="46800"/>
          <a:lstStyle>
            <a:lvl1pPr marL="304800" indent="-304800">
              <a:spcAft>
                <a:spcPts val="1000"/>
              </a:spcAft>
              <a:defRPr spc="300"/>
            </a:lvl1pPr>
            <a:lvl2pPr marL="914400" indent="-304800">
              <a:defRPr spc="300"/>
            </a:lvl2pPr>
            <a:lvl3pPr marL="1524000" indent="-304800">
              <a:defRPr spc="300"/>
            </a:lvl3pPr>
            <a:lvl4pPr marL="2133600" indent="-304800">
              <a:defRPr spc="300"/>
            </a:lvl4pPr>
            <a:lvl5pPr marL="2743200" indent="-3048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573" y="4794442"/>
            <a:ext cx="10975917" cy="3396248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9141" y="15386814"/>
            <a:ext cx="9801983" cy="631082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8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9141" y="22054433"/>
            <a:ext cx="9801983" cy="292126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2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573" y="3768654"/>
            <a:ext cx="10972316" cy="4370747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573" y="9232088"/>
            <a:ext cx="10972316" cy="2948024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174" y="39113727"/>
            <a:ext cx="2700767" cy="1962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7169" y="39113727"/>
            <a:ext cx="3961125" cy="1962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80122" y="39113727"/>
            <a:ext cx="2700767" cy="1962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200" rtl="0" eaLnBrk="1" fontAlgn="auto" latinLnBrk="0" hangingPunct="1">
        <a:lnSpc>
          <a:spcPct val="100000"/>
        </a:lnSpc>
        <a:spcBef>
          <a:spcPct val="0"/>
        </a:spcBef>
        <a:buNone/>
        <a:defRPr sz="48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9144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146300" algn="l"/>
          <a:tab pos="2146300" algn="l"/>
          <a:tab pos="2146300" algn="l"/>
          <a:tab pos="2146300" algn="l"/>
        </a:tabLst>
        <a:defRPr sz="2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5240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1336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8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7432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8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3534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0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6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2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2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屏幕截图_12-6-2026_24624_flowyaipc.c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" y="-194084"/>
            <a:ext cx="12192000" cy="428688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Ⅰ</cp:lastModifiedBy>
  <cp:revision>157</cp:revision>
  <dcterms:created xsi:type="dcterms:W3CDTF">2019-06-19T02:08:00Z</dcterms:created>
  <dcterms:modified xsi:type="dcterms:W3CDTF">2026-06-11T21:06:39Z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9722DA34EF734E17BA12EE1EC470F893_11</vt:lpwstr>
  </property>
</Properties>
</file>